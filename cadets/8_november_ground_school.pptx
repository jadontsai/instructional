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8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30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9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61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12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1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6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8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2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01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" name="Rectangle 4106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102" name="Picture 6" descr="A field of grass and a road&#10;&#10;AI-generated content may be incorrect.">
            <a:extLst>
              <a:ext uri="{FF2B5EF4-FFF2-40B4-BE49-F238E27FC236}">
                <a16:creationId xmlns:a16="http://schemas.microsoft.com/office/drawing/2014/main" id="{F1C9D52D-00AD-A842-55DB-038F7AABE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5" t="32045" r="576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9" name="Rectangle 4108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96A46-47F8-32CC-0820-BC48E008B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CA" sz="3600" dirty="0"/>
              <a:t>Welcome to ground school!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34A2D-32E8-9E6C-DAF3-AC1520E85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/>
          </a:bodyPr>
          <a:lstStyle/>
          <a:p>
            <a:pPr algn="r"/>
            <a:r>
              <a:rPr lang="en-CA" sz="1800" dirty="0"/>
              <a:t>CI Jadon Tsai</a:t>
            </a:r>
          </a:p>
          <a:p>
            <a:pPr algn="r"/>
            <a:r>
              <a:rPr lang="en-CA" sz="1800" dirty="0"/>
              <a:t>8 November 2025</a:t>
            </a:r>
          </a:p>
        </p:txBody>
      </p:sp>
    </p:spTree>
    <p:extLst>
      <p:ext uri="{BB962C8B-B14F-4D97-AF65-F5344CB8AC3E}">
        <p14:creationId xmlns:p14="http://schemas.microsoft.com/office/powerpoint/2010/main" val="498702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A9D76-B39A-B146-BD5F-F0E9D689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HOusekeeping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42FB6-4073-90BC-6639-DC4F6ADC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2221992"/>
            <a:ext cx="10863580" cy="3739896"/>
          </a:xfrm>
        </p:spPr>
        <p:txBody>
          <a:bodyPr/>
          <a:lstStyle/>
          <a:p>
            <a:r>
              <a:rPr lang="en-CA" dirty="0"/>
              <a:t>Attendance</a:t>
            </a:r>
          </a:p>
          <a:p>
            <a:r>
              <a:rPr lang="en-CA" dirty="0"/>
              <a:t>Meeting times?</a:t>
            </a:r>
          </a:p>
          <a:p>
            <a:r>
              <a:rPr lang="en-CA" dirty="0"/>
              <a:t>Practice exams/other resources (post in channel)</a:t>
            </a:r>
          </a:p>
          <a:p>
            <a:r>
              <a:rPr lang="en-CA" dirty="0"/>
              <a:t>National OGS format/timeline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36D6B-ADFE-3A06-6285-4AC29538E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839" y="3529584"/>
            <a:ext cx="5191850" cy="294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5568-54C3-DD92-B208-6C79F6A5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High to low, look out below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F52D14-11B9-8742-BED2-3847C78DD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531620"/>
            <a:ext cx="9088120" cy="511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62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E456-243B-FF1B-A9EE-D3513AD5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Weight and balance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7BA7C3-F089-AB4A-8E6E-23DAB1D1EF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27041"/>
            <a:ext cx="8107240" cy="450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21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D379-7A79-9B5C-2660-70EFB0EA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X wind chart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40304B-648A-DF76-0034-D3AF90AFD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720" y="1790194"/>
            <a:ext cx="5769610" cy="503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389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959F-1A28-0F6D-9951-41402B87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PLAN.navcanada.ca/wxrecall/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DBB801-9F54-BB73-D9E8-F642E6C49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4119" y="2222500"/>
            <a:ext cx="7143750" cy="37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1847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52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Welcome to ground school!</vt:lpstr>
      <vt:lpstr>HOusekeeping</vt:lpstr>
      <vt:lpstr>High to low, look out below</vt:lpstr>
      <vt:lpstr>Weight and balance</vt:lpstr>
      <vt:lpstr>X wind chart</vt:lpstr>
      <vt:lpstr>PLAN.navcanada.ca/wxrecall/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Tsai CI JD</dc:creator>
  <cp:lastModifiedBy>Tsai CI JD</cp:lastModifiedBy>
  <cp:revision>6</cp:revision>
  <dcterms:created xsi:type="dcterms:W3CDTF">2025-10-31T17:23:56Z</dcterms:created>
  <dcterms:modified xsi:type="dcterms:W3CDTF">2025-11-08T22:43:11Z</dcterms:modified>
</cp:coreProperties>
</file>