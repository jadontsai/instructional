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9" r:id="rId6"/>
    <p:sldId id="261" r:id="rId7"/>
    <p:sldId id="263" r:id="rId8"/>
    <p:sldId id="257" r:id="rId9"/>
    <p:sldId id="258" r:id="rId10"/>
    <p:sldId id="260" r:id="rId11"/>
    <p:sldId id="264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5-11-30T00:42:25.31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0070C0"/>
    </inkml:brush>
    <inkml:brush xml:id="br5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10742 4410 0,'53'0'94,"194"35"-79,-124-35-15,142 18 16,211 17-1,212-17 17,-476-1-32,158 18 15,-193-35 1,193 18-16,-105-18 31,-142 0-31,-17 0 0,17 0 16,-17-18-16,-18 18 15,195-52 17,-160 16-17,-105 36-15,-1 0 16,19-17 15,-36 34 125,0 1-124,17-18-1,-17 18 0,18-18-15,-18 35 749,0 0-749,0 18 0,0-35-16,-18 52 15,18 1 1,-35-1 15,35-17-15,-18-35-1,1 0-15,-1 17 32,-35-18-17,18 1 1,0 17 15,17-35-31,0 0 16,-17 18 15,17 0-31,-17-18 16,-35 0-1,-54-36 1,71 36 0,-70-35-1,-71 35 1,123-18-1,-17 18-15,0 0 16,0 0-16,-1 0 0,-16 0 16,16 0-16,-122 0 15,123 0 1,-336-17 15,230-1-15,35 18 15,-17 0-15,35-53-1,0 36 1,0-1 15,88 18-31,-35 0 16,35 0-1,-106 0 17,124 0-32,-18 0 15,-53 0 17,35 0-17,36 0 1,-18 0 15,18 0-15,0 0-1,17 0 1,-17 0 15,-1 0-15,19 0-16,-1-18 15,0 18-15,-17 0 16,0-17 0,-18-19-1,53 19-15,-35-124 47,35 52-31,0 54-16,0 0 15,0 0 1,0-1 0,0-17-1,0 36 1,-18-18 15,18 17 110,18 36-47,-18-1-79,0 1 32</inkml:trace>
  <inkml:trace contextRef="#ctx0" brushRef="#br0" timeOffset="1038.15">10795 4392 0,'0'0'0,"0"-123"172,0 34-157,0 37-15,0-19 16,0 0-1,0 54 17,0-1-17,0 0-15,0-17 94,0-88-63,0-18-15,0 88 15,0 35-15,35 36 31,36 70-32,-1 88 1,-17-17 15,-17-106-31,-1 53 16,-18 53-1,19-36 17,-36-105-32,0 35 15,0-18 1,0 0-16,0-17 16,0-1-1,17 19 1,-17-19-1</inkml:trace>
  <inkml:trace contextRef="#ctx0" brushRef="#br0" timeOffset="2245.88">12541 4833 0,'0'0'16,"18"88"93,35 124-77,-18 35-17,-17-18 1,-18-176 0,0 35-1,0-52 1,0-19 15,0-87 0,17-19-15,1 54 0,0-18-1,17-53 1,-35 36-1,18 17-15,-1 0 16,1 0-16,-1 0 16,-17 0-16,18 0 15,-18-17 1,0 35 0,0 17-1,18-17 1,-18 17-16,0 0 15,0-17 17,0 17-32,0 1 15,-36 17 79</inkml:trace>
  <inkml:trace contextRef="#ctx0" brushRef="#br0" timeOffset="3204.41">12471 4621 0,'88'-264'109,"212"-424"-78,-142 406-15,19-1-1,-142 248 1,-17 0-16,-1 35 16,-17 18 15,0 70 0,0 0-31,0-53 16,0 0-16,0 18 15,0 0-15,0 35 32,0-17-32,0-36 0,0 195 31,0-54 0,0-105-31,0-36 0,0 35 16,0-34-16,0 52 15,0 35 17,0-105-32,0 35 15,0-18 1</inkml:trace>
  <inkml:trace contextRef="#ctx0" brushRef="#br1" timeOffset="7973.1">12524 4780 0,'0'0'0,"0"-106"62,0-17-46,0 88-16,0-71 15,0 0 17,0 53-32,0 0 0,-18 0 15,18-17-15,-18 17 16,1-265 15,17 230-31,0-18 0,-18 18 16,18-124-1,0 142-15,0-1 16,0 1 15,0 52-31,0 0 16,0 1 46,0-19-15,0-17 0,0-88-31,0 106-16,0-53 15,0 17 17,0 36-17</inkml:trace>
  <inkml:trace contextRef="#ctx0" brushRef="#br2" timeOffset="13158.66">12647 4692 0,'0'0'0,"0"-88"109,0-159-78,0 88-31,18 18 16,-18 17-16,0 1 0,0-89 16,0 36 15,0 123-31,0-35 15,0-18 1,0 18 15,0 53-15,0-18 0,0 17-1,0-34 1,0-107-1,0 107-15,0-1 16,0 18 15,0 36-15,0-1 0,-18 18 62,0 18-63,1-18-15,-1 53 16,-35 0 0,18-18 15,17 0-31,1 0 0,17-17 15,-53 123 17,53-53-17,-36 36 1,19-71-16,-1-18 16,18-17-16,-17 35 31,-1-36-31,0-17 31,18-35 0,0 17-31,18-17 0,0 0 16,-1-1-16,71-69 16,36-19 15,-106 106-31,70-52 15,-35 17 17,-36 35-32,1-17 0,0 35 15,-1-18-15,1 18 32,-1 0-1,1 0-16,0 36 1,-1-36 0,-17 17-16,18 1 15,17 53 1,-35-54-16,36 18 16,-19 18 15,-17-35-16</inkml:trace>
  <inkml:trace contextRef="#ctx0" brushRef="#br2" timeOffset="15283.41">12718 4904 0,'0'35'125,"35"141"-110,-17-88 1,34 107-16,-34 193 31,-18 0-15,-35 35 0,35-282-1,-18 106 1,18-106-16,0 106 15,-17-18 1,-1-105 15,0-89-15,-52-35 31,-89-88-32,71 17 1,-53-87 15,70 52-15,-17-88 0,88 141-1,-18 18 1,1-1-16,17 19 0,0-19 15,0 1-15,0 17 16,0 1 15,53 34-15,70 72 0,-70-36-1,-18-1-15,0 1 16,18 18-16,36-953 15,16 2064 1,-69-1147 0,17 18-1,0-18 1,-36-17-16,18-18 16,1 18 15,-19-18-31,1 0 15,0 0-15,52-71 47,-52-52-31,-1 105-16,1-53 16,0 18 15,-18 18-16,0-18 1,0 36 15,0-1-15,0 36 156</inkml:trace>
  <inkml:trace contextRef="#ctx0" brushRef="#br2" timeOffset="30965.28">16951 3510 0,'0'106'125,"0"0"-110,0-89 1,0 54-1,0-18-15,0 70 16,0 71 0,-53 53 15,0 36-15,18-54-1,0-70 16,35-54-15,0-52 0,0-17 15,17-36 31,1 0-46,-1 0 31,1 0 15</inkml:trace>
  <inkml:trace contextRef="#ctx0" brushRef="#br2" timeOffset="33195.37">18133 3704 0</inkml:trace>
  <inkml:trace contextRef="#ctx0" brushRef="#br2" timeOffset="34232.66">16122 3845 0,'0'0'0,"-247"177"78,88 34-47,106-175-15,53 52 0,18-71 15,158 72-15,-158-54-16,35-17 15,0-18-15,70 88 31,-17-18-15,-71-17-16,36 18 16,52 70-1,-87-88 1,34 17 0,18 54-1,-70-107-15,17 36 16,-17 0 15,-18-35-15,-88 0-1,53-18 1,-71 0 0,0-53-1,88 53 1,-17-18-16,17 0 0,1 1 15</inkml:trace>
  <inkml:trace contextRef="#ctx0" brushRef="#br2" timeOffset="34961.16">16633 4163 0,'0'0'0,"106"0"94,0 17-78,-35 19-16,-18-36 0,-18 17 15,18 1-15,17-18 16,-52 0-1,53-1005 1,-36 2010 0,18-1005-16,-36 0 15,1 0-15,0 0 16,17 0-16,-17 0 31</inkml:trace>
  <inkml:trace contextRef="#ctx0" brushRef="#br2" timeOffset="36710.15">17568 4586 0,'0'0'0,"18"71"187,17-54-171,-17-17-16,17 0 15,-35-17-15,35 17 16,-17-36 0,53 1-1,-54 17-15,1 1 16,17-89 15,0 35-15,-35 54-16,0-1 15,0-17 17,-35 17 14,-35 18-30,17 0-16,-71 0 16,-70 0-1,141 36 1,36-19-16,-36 1 16,17-1-16,19 19 15,-1-19-15,1 54 31,17-53-31,0 17 0,0 0 16,-18 0-16,18 54 16,0-37-1,0 72-15,0-106 16,18 70 0,-1-53-16,1 18 15,35 0 1,0-35 15,17-18-15,-17 0 15,18-18-15,-36-53-1,-17 36 1,17-18-16,-17-70 31,-18-1-15,0 36-1,0 17 17,0 54-17,0-1 1,0 36 31,0 52-32,0-52 1,0 0-16,0 52 16,0 18-1,0-17 1,0-36-1,0 1 1,0 16 0,0-34-16,17 0 15,-17 17 17</inkml:trace>
  <inkml:trace contextRef="#ctx0" brushRef="#br2" timeOffset="37501.76">18150 3828 0,'0'70'79,"0"124"-64,0-53 1,-17 71 15,17-177-31,0 36 16,0 70-1,0-88 1,0-18-16,0 18 16,0 35-1</inkml:trace>
  <inkml:trace contextRef="#ctx0" brushRef="#br2" timeOffset="38127.04">18433 4022 0,'35'247'109,"0"35"-93,-17-194-16,-1 53 16,36 18-1,-17-18 17,-19-106-17,-17-17 1</inkml:trace>
  <inkml:trace contextRef="#ctx0" brushRef="#br2" timeOffset="39792.3">19526 4374 0,'18'0'1063,"35"0"-1063,0 0 15,53 18 1,-36-18-16,-17 18 16,-35-18-16,35 0 0,-18 0 15,-18 0 1,19 17 0,-89-52 93</inkml:trace>
  <inkml:trace contextRef="#ctx0" brushRef="#br2" timeOffset="40395.49">19279 5027 0,'177'0'109,"-89"0"-93,-35 0-16,0 0 15,17 0 17,-52 0-32,17 0 31,-17 0 0</inkml:trace>
  <inkml:trace contextRef="#ctx0" brushRef="#br2" timeOffset="41770.82">20496 4374 0,'53'106'125,"88"106"-93,-88-142-32,18 1 0,-1 17 15,-34-17-15,70 35 16,-36-18 15,-70-71-15,-35-69 31,-71-90-32,53 54-15,-53-106 16,36 88 15,52 53-31,-17-52 16,17 16-1,18 72 1,0-36 0,18 35-16,-1-17 15,-17 17-15,18 1 16,0-1-16,-1-17 0,1 35 15,17-18-15,1 1 16,16-1-16,-16 0 0,17-17 16,158-18-1,-158 35 1,106 1 0,53-1-1,-1 18 1,-34 18 15,-71-1-15,-71 1-1,-18-18 17,-34-18 30,-36 1-46</inkml:trace>
  <inkml:trace contextRef="#ctx0" brushRef="#br2" timeOffset="42767.04">21061 4516 0,'35'52'125,"18"72"-109,-35-71-16,17 17 15,0-17 1,-17 53 0,-1-71-16,1 71 15,-18-70-15,0 69 16,0-52-1,0-35 17,18-18-17,17 0 17,-17-18-32,35-17 15,17-36 1,1 36 15,-54 18-31,19-1 16,17 0-1,-18 1 17,-18-1-17,-17 0 1,18 18 15,-18-17-15,-18 17-16</inkml:trace>
  <inkml:trace contextRef="#ctx0" brushRef="#br2" timeOffset="43478.76">21731 4339 0,'0'18'93,"53"176"-61,-35-159-32,-1 89 15,1-1 1,-18-88-1,18 18 1,-1 18 0,1-1-1,-1-52 17,-17 0-17</inkml:trace>
  <inkml:trace contextRef="#ctx0" brushRef="#br2" timeOffset="44215.56">21749 4374 0,'35'0'172,"124"0"-141,-124 0-31,36 0 16,-54 0-1,19 0 1,-1 0 0,-18 0 31,-17-17-32,-17-1-15,-1 1 16</inkml:trace>
  <inkml:trace contextRef="#ctx0" brushRef="#br2" timeOffset="44814.69">21872 4780 0,'0'0'0,"18"0"141,52 0-110,-52 0-31,17 0 16,-17 0-1</inkml:trace>
  <inkml:trace contextRef="#ctx0" brushRef="#br2" timeOffset="47211.2">22701 4374 0,'18'53'156,"17"-17"-140,-17-19-1,-18 1-15,17 0 16,1-1 0,17-17-1,-17 0 1,17 0 15,1 0-15,-36 18-1,17 17-15,-17 0 32,0 54-17,0-54 1,-123 53 15,35-70-15,17-18 15,53 0-31,-35 0 16,18-36-1,17 1 17,18 0-17,0 17 1</inkml:trace>
  <inkml:trace contextRef="#ctx0" brushRef="#br2" timeOffset="47721.81">22913 4498 0,'141'0'140,"18"0"-108,-124 0-32,18 0 15,-18-18 1,-35 1 0,0-1-1,-35-70 1,0 53-16</inkml:trace>
  <inkml:trace contextRef="#ctx0" brushRef="#br2" timeOffset="48205.74">23266 4410 0,'0'106'63,"0"52"-32,0-34-15,0-36-1,0-53 17,0 18-17,0-18 1,0-17 15</inkml:trace>
  <inkml:trace contextRef="#ctx0" brushRef="#br2" timeOffset="49726.09">23618 4762 0,'0'0'16,"36"230"156,17-107-141,0-17-15,-36-71-1,1-17 17,-1-18-17,19-18 1,-1-35 15,0 18-15,1 18-1,17-36 17,-36 53-32,-17-18 15,18 0-15,-18 1 16,17-71 15,-17 35-15,0 0 15,0 35-15,-17-35-1,17 35-15,-18 18 16,1 0-16,17-17 0,-36-18 31,-17 17-15,18 0-16,17 18 15,1-17-15,-36 17 32,0 0-32,35 0 15,-17 0 1,-18 35 15,35 0-15,-17 0-16,18 1 47,17-19-32,52 1 1,-16-18 0,34 18-16,-34-1 15,158 36 1,-141-53-16,-18 0 15,106 18 17,-106-18-32,-35 18 0,35-18 15,-17 17 1,0 1 15,-1-1-15,-17 1-1,0 35 17,0-18-17,0 36 1,18-36 0,-18 0-1,18-17-15,-18 0 16,0-1-16,17 1 15,-17-36 95</inkml:trace>
  <inkml:trace contextRef="#ctx0" brushRef="#br2" timeOffset="50561.06">24430 4410 0,'0'141'93,"0"70"-61,0-158-32,0 71 15,0-89-15,0 53 16,0 36 15,0-89-31,0 18 16,0 0-1</inkml:trace>
  <inkml:trace contextRef="#ctx0" brushRef="#br2" timeOffset="51204.35">24836 4357 0,'0'53'156,"0"141"-125,0-124-31,0 36 16,0 53-1,0-89 1,0 1 0,0-36-16,0-17 15</inkml:trace>
  <inkml:trace contextRef="#ctx0" brushRef="#br2" timeOffset="52641.34">25259 5133 0,'18'0'219,"70"35"-204,-71-17-15,1-18 47,0-35-31,-18 17-16,0 0 15,0-52 17,0 17-32,0 0 15,0-53 1,0 88 0,0-17-1,-18 0 1,18 17-1,0-17 17,-18 35-1,-17 0 0,0 35-15,0 36-1,-1 52 17,1-17-17,35-71 1,0-17-16,-18 0 0,1 17 31,17-17-15,0-1-1,0 1-15,0-1 32,0 19-17,35-54 79,-35 0-78,0 1-16</inkml:trace>
  <inkml:trace contextRef="#ctx0" brushRef="#br2" timeOffset="53495.08">25541 4374 0,'0'89'110,"0"52"-95,0-18 1,0 1 15,0-18-15,0-36-1,0-52 17,18 17-17,-18-17 1,0-1-16,0 1 31</inkml:trace>
  <inkml:trace contextRef="#ctx0" brushRef="#br2" timeOffset="54933.09">25859 4851 0,'0'53'235,"70"35"-220,-35-35 1,-17-36 15,0-17-15,17 0-1,0-35 17,1 17-17,-19 1 1,18-1 15,-17 1-15,35-1-1,-53-17 17,35 17-17,-35-17 1,0 17-16,0-35 0,0-17 31,0-1-31,0 36 0,0-1 16,-17 1-16,17 0 15,-36-18 17,36 18-17,-17 17-15,17 0 16,-36-17 15,19 0-15,-1 35-16,18-18 31,-17 18 0,-1 0-15,0 36 31,1 52-32,17-18 1,-18-17-16,18 0 16,0 0-16,0 53 15,53 35 1,-18-53 15,-17-53-31,-1 36 16,1-18-1,-18-18 17</inkml:trace>
  <inkml:trace contextRef="#ctx0" brushRef="#br2" timeOffset="55660.37">26070 4815 0,'0'-1005'15</inkml:trace>
  <inkml:trace contextRef="#ctx0" brushRef="#br2" timeOffset="86856.05">8520 12682 0,'52'0'110,"125"71"-95,-54-36 1,71 18 15,-123-35-31,-1-1 0,36 19 16,-53-36-16,53 35 15,-71-35-15,159 35 32,-158-17-32,17-18 0,-1 17 15,-16-17-15,17 0 16,-18 0-16,88 18 31,-17 0-15,-88-18-16,17 17 15,106 19 17,-123-36-32,35 0 15,-18 0-15,-17 17 0,17-17 16,0 18-16,18-18 31,-35 0-15,0 0-1,-1 0 32,1 18-31,-1-18 15,19 17-15,-1 36-1,18-18 17,-35 1-17,-18-19-15,35 1 31,-18 17-15,1-35-16,0 0 16,-18 18-16,35 0 0,0-1 15,18 1 1,18 17 0,-18 0-16,88 1 15,35 17 1,-70-53 15,-53 0-15,-35 0-1,-1-18 1,-17-17 15,0-36-15,0 18 15,0-17-15,0-19-1,53-34 17,88-53-17,36-1 1,-54 71 15,-70 71-15,-35 0 15,-36 17-15,-17 18-1,-71 0 1,71 18-1,-18-1-15,17 36 16,-158 265 0,159-230-1,-124 194 17,159-246-32,-35-1 0,35 0 15,-18-35 1,18-35 15,71-142-15,-36 72-16,-17 34 15,0 0-15,-1 1 16,-17 52-16,18-17 16,-18 0-16,-18 52 31,-35 89 0,36-53-31,17-18 16,17-52 15,1-71-15,0 17-16,-1 18 0,-17-17 15,0 17 1,0 35-1,-53 36 17,0 105-17,18-70 1,35 53 0,0-71-1,0-53 1,18-105 15,-1 70-31,-17 0 16,0 18-1,-17 35 1,-36 70 15,35 54-15,1-1 15,-36 36-15,-18-88-1,-52-1 17,-1 1-17,-17 52 1,70-52-1,-52 35 1,0 0 0,34-89-1,36-17 17,18-35-17,0-18 1,0-35 15,35 70-31,-36-35 0,19 0 16,-36-70-1,35 88 1,0-1-16,1 36 16,-36-70-1,0 70 1,35 0 15,1 0-31,17-18 16,0-70 15,0 53-31,0 17 16,-18-70-1,0 70-15,1-17 16,-1 0-1,-52-18 1,17 35-16,-18-35 16,-70 0-1,70 36 1,-70 17 0,88 0-16,-70 0 15,-36 17 1,106-17-1,36 0-15,-1 0 16,-35 0 0,35-17-16,1-1 47</inkml:trace>
  <inkml:trace contextRef="#ctx0" brushRef="#br2" timeOffset="111553.94">16810 16192 0,'0'71'94,"70"88"-63,-34-36-15,-1 1 0,-35-71-1,35 0 1,-17 35-1,-18-53 1,0-17 15</inkml:trace>
  <inkml:trace contextRef="#ctx0" brushRef="#br2" timeOffset="112166.97">16034 17304 0,'123'0'94,"71"0"-78,-123 0-1,17 0-15,-35 0 16,35 0-16,106 17 15,-123-17-15,52 0 16,-70 18 0,35-18-1,-52 0-15,-19 0 0,1 0 16,52 0 0,-17 0 15,-35 0-31,0 0 62,-18-18-46</inkml:trace>
  <inkml:trace contextRef="#ctx0" brushRef="#br2" timeOffset="113040.19">16492 17392 0,'-88'70'140,"-53"160"-124,106-177 0,-18 17-16,18 1 15,-18-1-15,-53 107 16,71-107-16,17 1 15,0-18-15,1 35 16,52 0 15,0-53-31,18 1 16,35-19 0,-35-17-1,18 0 1,-36 0-16,0 0 0,18 0 15,-35 0-15,70 0 16,-53-17 0,-17 17-16,17-18 15,1 0-15,-1 1 16,-18-1-16,19 1 16,-19-36 15,-17 17-16,18 1 1,-18 0 15,0 0-15</inkml:trace>
  <inkml:trace contextRef="#ctx0" brushRef="#br2" timeOffset="114135.13">16563 17745 0,'0'0'31,"0"53"47,0 52-62,18-69-16,-1 17 0,18-18 16,54 88 15,-54-87-31,18-19 0,-18 19 15,18-19-15,-18 19 16,1-1-16,17-18 0,35 1 31,-53-18-31,36 0 16,17 0 0,-53 0-1,-17 0-15,17 0 16,-17 0-16,-1-18 15,18 1 1,-35-18 0,36-18-1,-19 17-15,1-34 16,-18 34-16,0-34 16,0 35-1,0-54 1,-106-52-1,71 106-15,-36-71 16,-70 0 15,106 89-31,-36-1 16,-52 18 0,70 0-1,-35 0 1,53 0-16,-18 0 15,17 35 1,19-35 0,-1 36-1,0 17 1,-17 0 0,35-36 15,-17-17-16,17 18-15</inkml:trace>
  <inkml:trace contextRef="#ctx0" brushRef="#br2" timeOffset="115489.77">17639 17692 0,'0'0'0,"18"17"265,-1 19-249,18-36 15,-17 0-15,0 0-16,-1 0 16,19 0 15,-19 0-16,19 0 1,-1 0 15,-18 0-15,36 0 0,18 35 15,-1 18-16,-34-18 1,-36-17 0,17 17-1,-17 0 1,0 18 0,0-17 15,-70 16-16,17 1 1,-18-17 15,36-19-15,-53 19 0,70-36 15,-17 0-16,17-18 32,1 0-31,17-17-16,-18 35 16,18-35-16,-18 17 0,1 0 15,17-17 1,0-18-1</inkml:trace>
  <inkml:trace contextRef="#ctx0" brushRef="#br2" timeOffset="126611.39">20249 16122 0,'-52'0'344,"16"0"-329,-17 0 16,36 18-15,-19-1-16,1 1 16,-18 17 15,0 36-15,18-1-1,35 1 16,18 17-15,-1-17 0,1-19 15,17 1-15,-17-17-16,-1-36 15,1 17-15,88 54 31,-71-71-31,18 17 0,-18 1 16,1 0-16,52-1 16,35-17 15,-87 0-31,-1 0 0,-17-17 16,52-19-1,-52 1 1,17 18-1,-17-54 1,-1 36-16,-17-18 16,18-35 15,-18 35-31,0 35 0,-18-35 16,18 36-16,-35-72 15,0 1 16,-1 53-31,19 17 0,-1 1 16,1-1-16,-1 0 16,-17 18-16,-1-17 31,1-1-31,17 0 0,1 18 16,-36 0-1,0 0 16,18 0-15,-36 18 0,54-18 15,-1 0-15</inkml:trace>
  <inkml:trace contextRef="#ctx0" brushRef="#br2" timeOffset="127775.95">20726 16492 0,'35'0'109,"159"0"-93,35 18 0,1 0 15,-36-1-15,-18 1-1,-35-18 16,-35 18-15,-53-18 0,-35 0 15,-1 0-15,18 0-1,-17 0 16,0 0-15,-18-18 15</inkml:trace>
  <inkml:trace contextRef="#ctx0" brushRef="#br2" timeOffset="129422.15">20108 16510 0,'0'0'0,"-17"0"657,-213 0-642,-193 18 17,247-18-32,-177 0 15,176 0 1,-122 17-16,52-17 31,211 0-31,19 0 16,-1 0 15,36 0 94</inkml:trace>
  <inkml:trace contextRef="#ctx0" brushRef="#br2" timeOffset="131046.3">20355 16245 0,'0'0'0,"0"-123"125,0-71-94,-17 123-31,-1-158 16,-17 106-16,35-54 16,0-423 15,0 301-15,0 210-1,-18 107 95,0 17-95,18 1 1,-52 34 15,16-17-15,19-35-16,17 17 15,-18 0-15,-53 106 32,18 0-17,53-105 1,0-19-1,-17 1 1,34-36 62,54-87-47,-71 52-31,18 0 0,17 35 16,-17-17-16,-1 0 16,19-1-16,-1 1 15,53 17 17,-35 18-17,0 0 16,-18 0-31,-17 18 0,-1 0 16,1-18-16,17 35 16,-17-17-16,-18 17 15,35-18-15,-17 19 16,35 52 0,-18-70-16,-35 34 0,35-16 15,18 70 1,-35-71 15,-89-70 32</inkml:trace>
  <inkml:trace contextRef="#ctx0" brushRef="#br3" timeOffset="137543.39">20761 16387 0,'0'0'0</inkml:trace>
  <inkml:trace contextRef="#ctx0" brushRef="#br4" timeOffset="141792.44">20532 16281 0,'17'-18'141,"1"-17"-110,0 17-31,-18 0 16,17 18-16,-17-70 15,53-36 17,-18 53-32,1 18 0,-1-18 15,18-18-15,0 19 16,123-178 15,-141 177-31,18 0 0,-17 18 16,52-88-1,-53 87-15,71-69 47,-88 69-31,-18 19-1,17 17 48,-17-18 31,-35 18-63</inkml:trace>
  <inkml:trace contextRef="#ctx0" brushRef="#br4" timeOffset="143707.1">20002 16827 0,'-52'71'281,"16"-18"-265,19-35 0,-1 17-1,-17 18 1,17-36-16,-105 177 47,34-35-32,54-124-15,-18 54 16,36-54 0,-19-17-1,36-1-15,-35 19 16,17-1-1,1 0 1,-19 0 0,36 1-16,-17-19 15,-1-17 1,18 18 93</inkml:trace>
  <inkml:trace contextRef="#ctx0" brushRef="#br4" timeOffset="149537.35">19967 16281 0,'0'0'0,"-17"0"515,-36-18-499,17 0 15,19 1-15,-19-1-1,36 0 17,-17 18-1,-1 0 0,-17-35-15,-36 18-1,-17-36 1,18 17 0,34 19-1,1-1-15,17 18 0,1 0 16,-1-35 15,0 35 32,1 0-32,17-18 0,0-17-15,-71 17-1,54 1 1,-19-1 0,-17-17-1,36 35-15,-1-18 16,1 18 46,17-18-15,0 1 0,-18 17 16,0-18 1359,-17 18-1391,17 0 31,18-17-15,-53-19 16,-17-17-48,35 53-15,-71-88 47,88 88 16,0-18-32,18 1 16,-52-18-32,-1-1 17,0 1-17,35 35 1,18-18 78,0 36 46,0 0-124,18 17 31,-18-17-32,17-18-15,-17 35 32,18 0-17,0 18 1,-18-35 0,0-1-16,0 1 15,0 0-15,17 17 16,-17 18-1,0-36 17,0 36-17,0-35-15,0 0 16,0 17 15,0-17-15,0-54 93,-35-17-93,35 18-16,-18-35 15,18 34 1,0-17 0,0 36-16,-17-19 15,17 1 1,0 0 15,0 17-31,0 1 16,0-19-1,17 19 17,1 17-17,-18-18 1,18 18 31,17 0-32,0 0 17,0 0-17,-17 0-15,0 0 16,17 0-16,-17 18 0,52-1 31,1 1-15,-54 0-16,19-18 15,17 17 17,-18 1-17,18-1 1,-18 19 15,0-36-15,-35 17-16,18-17 15,-18 18 17,0 0-1</inkml:trace>
  <inkml:trace contextRef="#ctx0" brushRef="#br4" timeOffset="169860.66">18680 16598 0,'17'-264'297,"-17"158"-266,0 88-31,0 0 31,-17 1 313,17-1-328,-18 18 109,18-17-110,0-19 1,0-34-16,-18-36 15,18 35-15,-17 18 0,17-17 32,0 52 155,-53 18 188,0 53-344,35-53-31,-17 35 16,17-17-16,1 17 16,-19 1 15,1-1-15,17 0-1,18-17 16,0-1-15,0 1 31,0 0-31,0-1-16,0 1 46,18-18-14,0-18-1,-1 1-15,19-36-1,-19 35 1,19 1-1,-1-36 1,-18 35-16,1 0 16,17-17 15,-17 17-15,0 1-16,52-1 46,-35 18-30,1 0 0,-19 0 15,1 0-15,0 0-1,17 35 32,0 18-31,-35-35-1,18 17-15,0-17 16,-18 17-16,17 0 16,18 36 15,-35-36-31,18 1 15,-18-1 1</inkml:trace>
  <inkml:trace contextRef="#ctx0" brushRef="#br2" timeOffset="176172.34">20338 16880 0,'0'53'156,"0"141"-140,0-141 0,17-17-16,-17 16 0,18 1 15,0 36 1,-1-37-16,-17 19 16,18-36-16,-18 18 15,17 18 16,-17-1-15,0 19 0,0 16 15,0-34-15,0-1-1,0-17 16,0-17-15,0-1 0,0-17 15,0 17-15,0-17-1,0-1 32,-17-17-31,17 18 15,-35-18-15,-1 0-1,-17-18 16,36 18-31,-1-17 0,-17 17 16,-18-36 0,53 19-1,-18 17-15,1-18 16,-19-53 0,19 18-16,-1 1 15,0 16-15,18 1 31,18 17-15,0 18-16,17 0 16,36 36 15,-36-19-31,-18 19 16,19-36-16,17 52 15,-53-16 1,17-19-16,19 19 15,-1 17 1,-18-36-16,1 1 16,0 0 15,-1-1-15,1-1022 46,17 1975-15,-35-988-31,18 1-1,0-19 16,-18 1-15,35 0 0,-18 17-1,19-17 17,-19-988-1,1 2028 0,0-1005-15</inkml:trace>
  <inkml:trace contextRef="#ctx0" brushRef="#br5" timeOffset="200556.12">18662 15469 0,'0'0'0,"-53"-17"312,-123-72-296,158 72-1,-35-18 17,35 35-17,1 0 1,17-18 78,-18 18-79,18-18 1,0 1 15,-53-36 32,-88-53-48,88 71-15,18-18 16,0 17 15,17 36-15,0 0 46,18-17-46,-17 17 15,-19-36-15,1 19-16,0-18 15,17 17 1,-17-17-16,-18 17 0,18 0 16,0-17-1,17 35-15,0-18 16,1 1 15,-1 17 47,0 0-31,-52-53-31,34 35-16,-16 1 15,-1-19 17,35 36-17,0 0 63,18-17-46,0-1 46,-17 18-16,17-18-46,-18 18 31,0 0 265,18 36-296,0-19-16,0 1 16,0 0-1,0 17 1,0 0-1,0-17 17,0-1-32,0 1 0,0 0 62,0 17 1,18-35-32,-18-35 0,0 17-31,0 0 0,0 1 16,0-18-16,-18-18 15,18 35-15,0-105 32,0 87-32,18 1 0,-18 17 15,18-17-15,-18 17 16,17-35 15,-17 36-31,18 17 31,0 0 1,-1 0-32,1 0 0,0 0 15,-1 0-15,18 0 16,-17 17 0,0 1-16,-1-18 15,19 35 1,17-17-1,0 35 17,-1-18-17,1 1 1,-35-19 0,0 1-1,-1-1 1</inkml:trace>
  <inkml:trace contextRef="#ctx0" brushRef="#br5" timeOffset="203160.3">17410 16898 0,'0'-18'94,"0"-87"-63,0 87-31,0-17 0,0 17 16,0 0-16,0-17 15,0-35 17,-18 34-17,18 1 1,-18 17-16,18 1 16,-17-71 15,17-54-16,0 89 1,0-70-16,0-36 31,0 124-31,0 17 16,0 1 0,0-1-1,0 0 32,0 1-16,0-1-31,0-88 16,53-194 0,-36 89 15,36-19-16,-53 178 17,0 16-17,0 19 63,-35 17-15,35-18-16,-18 18-32,1 0 32,-1 0-31,-17 0 0,-1 35 15,36-17-31,-35 17 15,0 53 17,35-70-32,-35 35 15,-1 18 1,36-54-16,0 1 16,0-1 15,0-34 0,36-18 0,-1 17-31,0 0 16,-17 1-16,-1-1 16,19-17-1,-19 17-15,19 0 0,-19 1 16,36-19-1,-18 1 17,-17 18-32,0 17 15,17-18 1,-17 18 0,17 53 15,-17-36-31,17 54 15,0 35 1,0 0 15,-17-71-31,0 0 16,-18-17 0,0 0-16,0 17 31,-18-35 47</inkml:trace>
  <inkml:trace contextRef="#ctx0" brushRef="#br5" timeOffset="-214591.45">19562 16087 0,'17'-36'250,"-17"19"-219,0-1-31,18 0 16,-18 1-16,17-18 16,-17 17-1,36-17 1,-19 17-16,1-17 15,17 17 1,-35 0 0,53 1-16,-53-1 15,71-17 1,-54 17-16,36-17 16,53 0-1,-18 17 16,-35 0-31,-35 18 16,35 0-16,-18-17 16,18 17-16,-35 0 15,-1 0 1,1 0-16,0 0 47,17 0-32,0 0 32,-17 35-31,-18-17 15,0 17 0,0-17-15,0-1 15</inkml:trace>
  <inkml:trace contextRef="#ctx0" brushRef="#br5" timeOffset="-212759.53">19773 15311 0,'0'0'16,"0"17"296,-17 36-296,17-35-16,-18 17 16,18 36 15,0-54-31,0 18 16,18 1 15,-1-19-16,18 1 1,18 0 0,0-1 15,-17 1-15,-19-18-1,1 0 1,-1 0-16,19-35 31,-19 17-15,1-1005-1,0 2011 1,-1-1024 0,1-16-1,-18 16 1,18-17-1,-18-17 1,0 35-16,-18-1 31,18 19-31,-18-1 16,18-17 0,-17 17-1,-1 0-15,-17 1 31,17-1-15,0 18 0,1 0-16,-18 0 31,17 0-31,-17 0 16,-1 0-1,19 0 16,-19 0-15,19 18 0,-1-18 15,1 17-15,-1 19 30,0-1-30,18-17-16,0-1 16,0 1-16,0 0 93</inkml:trace>
  <inkml:trace contextRef="#ctx0" brushRef="#br5" timeOffset="-211698.09">19650 15540 0,'0'0'16,"53"0"109,0 0-109,-18 0 15,18 0-15,-36 0-1,19 0 16,-36-18-31,17 18 63,1 0-47,0 0-16,17 0 15,0 0 16,0 0-15,1 0 0,-1 0-1,0 0 17,-17 0 14,-53-35 17</inkml:trace>
  <inkml:trace contextRef="#ctx0" brushRef="#br5" timeOffset="-209636.26">20179 14464 0,'-124'0'219,"-34"0"-188,87 0-31,-17 0 16,17 0-1,36 0-15,0 0 0,-124 0 31,36-18-15,17 18 0,-35-17 15,52-1-15,1 18-1,-53 0 16,106 0-31,-18 0 16,-35-18 0,0 18 15,-1 0-15,-52 0 15,88 0-16,-53 0 1,89 0-16,-71 0 16,35 0 15,17 0-31,-16 0 16,-19 0-1,53 0 1,1 0-1,-36 0 1,18 0-16,17 0 16,-35 0 15,35 0-31,1 0 16,-36 18-1,17-18 1,19 0-16,-36 35 15,18-35-15,-36 18 16,18 17 0,36-35-1,17-17 126,17 17-110,1-18 0</inkml:trace>
  <inkml:trace contextRef="#ctx0" brushRef="#br5" timeOffset="-188895.2">5750 12929 0,'-17'0'172,"-1"71"-157,0-36-15,18 0 16,0-17-16,0 17 16,0 36-1,0-36-15,36 18 16,-19 35 15,1-52-31,0-1 0,17-35 16,-18 35-16,36 0 15,-35-17 1,35-18-16,-18 18 31,-17-18-31,-1 0 16,19 0-1,-36-18 1,35 0 0,-17 1-16,-18-19 15,35 19 17,-17-1-17,-18 1-15,0-19 16,0 19-1</inkml:trace>
  <inkml:trace contextRef="#ctx0" brushRef="#br5" timeOffset="-187832.79">6138 13053 0,'0'53'125,"18"0"-110,17-18 1,18-17 15,0-1-15,-35-17-16,17 18 15,0-1 17,-17-17-32,0 0 15,-1 0-15,1 0 16,-1-35 15,1 18-31,0 17 16,-1 0-16,-17-36 15,36 1 17,-19 17-32,-17-17 15,0 0 1,0 17 0,0 0-1,0-17-15,-35 18 16,17-1-16,-52-17 15,-36-1 17,-17 1-17,52 35 1,36 18 15,-1 35-15,36-36-16,0 1 15,0 0 17</inkml:trace>
  <inkml:trace contextRef="#ctx0" brushRef="#br5" timeOffset="-186395.58">6791 12682 0,'0'18'141,"-35"35"-126,35 0 17,0-18-17,0-17 1,17 17-16,-17-17 16,18 17-1,-18 0 1,0-17-1,18-18 79,-1-18-78,1 18 31,0 0-32,17 18 32,-35 17-31,0-17-16,0 52 47,0-34-32,0-1-15,0 0 47,-18-17-31,18-1 31,-17 1-16,-1-18 0,0 0-15</inkml:trace>
  <inkml:trace contextRef="#ctx0" brushRef="#br5" timeOffset="-184041.75">6562 13317 0,'70'0'125,"54"0"-110,-71 0 1,105 36 0,-69-19-16,140 54 15,177 52 1,87-17 15,-316-71-31,52 1 16,-35-1-1,18-35 17,105 35-17,-70-35 1,-35 0 15,-18 0-15,-141 0-1,17 0-15,72 0 32,52 0-17,-36 0 1,-122 0 15,-36-17-15,0-19 93,-18 19-93,0-19-1,-35 1 17,18 35-32,17-18 0,-17 18 15,-18 0-15,-88-35 16,53 18 15,53 17-31,17 0 0,0 0 16,1 0-16,-1 0 15,-17 52 17,17-52-32,1 36 15,-1-1 1,18-17 0,0 17 15,0 18-16,0 17 17,0-17-17,0-35-15,18 17 16,35-17 15,-36 0-31,54-18 16,-36 0-16,36 17 15,-36-17 1,35 18 0,-17-18-1,-35 0-15,17 0 16,0 0 15,-17 0-15,17 0-1,-17-18 32,0 1-31,-18-36 15,35 17-15,-35 19-16,18-19 15,-18-16 17,0-1-17,-18-18 1,0 18 15,-35 18-15,-17 0-1,17-1 17,18 36-17,17 0 1,18-17 46,0-1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5-11-30T00:47:30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23707 11112 0,'-124'0'203,"-158"36"-188,158-36-15,1 35 16,0-17-16,-36-18 16,-71 17-1,-228 19 1,299-1-16,-70-17 16,-89 17 15,230-35-31,-106 17 15,-70 1 1,158 0 0,-71-1-1,-87 19 1,193-19-16,-52-17 16,-71 18 15,123 0-31,-52-18 15,52 17-15,-17 1 16,-71-1 15,18 1-15,35-18 0,0 18 15,53-18-31,1 17 15,-72 1 1,89 0 0,-18-18-1,18 17 1,17-17 31,0 18 93,18 0-124,-158 52 47,-54 1-32,159-54-31,0 1 0,0 0 15,-35-1 1,70-17 15,1 0-15,-1 0 171,18-17-108,18 17-48,-1 0-31</inkml:trace>
  <inkml:trace contextRef="#ctx0" brushRef="#br0" timeOffset="10121.08">19244 11959 0,'-18'-229'281,"18"141"-265,0 70 46,0 0 1,0 1-47,0-1-1,-17-141 16,17 106-31,0 18 16,-18 18 0,18-1-1,-18 18 17,1 0-17,-18 0 16,-1 0-15,1 35-16,17 0 16,1 1 15,17-19-31,-18 36 16,18-35-16,0 35 15,0 17 16,0-52-31,0 17 16,18 1 0,-1-36-1,-17 17 1,18-17-16,0-53 62,-1-17-46,19-18 0,-1 17 15,0 36-15,18-36-1,-35 36 16,17 17-15,18 1 0,0 17 15,-53 17-31,17-17 0,1 36 16,35 16-1,-35-16 1,-18-19-16,17 19 0,-17-19 15,18 19 1,-18-19-16,0 1 16,0-1 15,-35-17 0</inkml:trace>
  <inkml:trace contextRef="#ctx0" brushRef="#br0" timeOffset="12245.52">19244 12100 0,'0'36'234,"0"-19"-218,-18 1 0,1-18-1,17 17 1,-18 1-1,18 0 1,0-1 78,0 1-63,0 0 0,18-1-15,-1 1-16,1 0 16,17-1-1,-17-17 1,0 18-1,17-1 1,-35 1 0,-18-18 140,1-18-140,-1 1-1,0 17-15,1-35 31,-1 17-15,-17 0 0,17 1 15,0-1-15,1 0-1,-1 18 63,1 18-62,-1-18-16,18 18 31,0 17 0,0-17-15,18-1 0,-1-17 15,36 18-15,-18-1-1,-17-17 16,0 18-31,-1-18 16,19 0 31,-19 0-31,18 0-1,-17 0 16,0 18-31,35-1 32,-18-17-1,-35 18-31,35-18 16,-17 0-16,-18 18 15,18-18 1,-1 0-1,1 0 1,17 0 0</inkml:trace>
  <inkml:trace contextRef="#ctx0" brushRef="#br0" timeOffset="16359.75">20144 10266 0,'0'0'15</inkml:trace>
  <inkml:trace contextRef="#ctx0" brushRef="#br0" timeOffset="21990.15">20126 10301 0,'0'-35'297,"0"17"-282,18 1 1,-18-1 15,17 18-15,1 0-1,0 0 1,-1 0 15,1 0-15,-1 0 62,-17-18-62,0 1-1,18-1 1,-18 0 15,18 1 16,-18-1 47,17 0-79,1 18 32,0 0 0,-1 0-31,1 0 31,-18 18-16,0 0 63</inkml:trace>
  <inkml:trace contextRef="#ctx0" brushRef="#br0" timeOffset="24655.67">20320 10301 0</inkml:trace>
  <inkml:trace contextRef="#ctx0" brushRef="#br0" timeOffset="25863.53">20126 10336 0,'18'0'140,"140"-17"-108,-140-1-32,35-17 15,0 17 1,-36-17-1,19 0 1,-19 35-16,1-53 16,17 0-1,-17 53 1,-18-18 0,0 1-16,35 17 15,-35-36 1,18 19 15,17-1-15,-35 0-1,0 1 48,-18-19-32,1 36-15,-18-17-1,17 17 17,0 0-17</inkml:trace>
  <inkml:trace contextRef="#ctx0" brushRef="#br0" timeOffset="26740.94">20637 9860 0,'0'0'16,"36"0"140,-1 0-125,-35 18 47,-18 17-62,18-17-1,-35 35 1,35 17 0,0-17-1,0-18 1,0 1 0,-18 17-1,18-18 1,0 0 15,0 0 0,0-17 16,-52-18-31</inkml:trace>
  <inkml:trace contextRef="#ctx0" brushRef="#br0" timeOffset="30077.49">20091 10372 0,'17'17'250,"1"1"-235,0-18-15,-18 18 16,35-18 15,-17 17-15,17 18-1,-18-17 1,1 0 15,0-1-31,17 1 16,18 17-1,-35-17 17,17 0-17,0-1 1,-17 1 15,-18 0-31,17-18 78,-34 0 94,-19 17-156,19-17-1,-18 0 1,-1 0 0,-17 0-1,36-17-15,-1-1 32,-17 18-17,17-18 126,1 18-110,-1 0-15,0 0-1,1 0 1,52 0 78,18 18-79,-53 0-15,17-18 16,19 17 0,-1-17-1,0 0 1,-17 0 15,0 0 110,-1 0-126,1 0 32,-1 0-31,1-17 15,17 17-15,-35-36-1,36 19 17,-19 17-1,1-18-16,0 18 32,-18-18 63,0 1-63,0-1-32,0 0 1,0 1 46,-18-1-15,0-17-31,1 17-1,-1 1 17,0-1-32,1 18 15,-1-18 1,0 1 0,1-1-1,-1 0 1,1 1-1,-1 17 157,-35-53-156</inkml:trace>
  <inkml:trace contextRef="#ctx0" brushRef="#br0" timeOffset="53645.53">25135 11501 0,'0'-36'234,"53"-17"-218,-53 36 0,36-19-1,-36 19-15,17 17 16,-17-18 0,0 1 15,0-1-16,0 0 32,0 1-31,0-1 31,-35 18 15,17 0-46,-17 35 0,17-17-1,18 17 1,-35 18-1,17 53 1,1-71 15,-1 106-15,1-35 0,-1-35 15,0-36-31,18-17 15,18-89 48,17-52-47,-35 70-1,18 17-15,35-69 31,-53 87-31,0-17 16,17-18 15,-17 35-31,18 0 16,-18 1 0,18-1-1,-18 1 32,-18 34 16,0 71-32,18-52-31,0 17 0,-17-18 15,17 0-15,-18 36 16,0-18 0,18-36 15,0-34-15,0-107 15,18 89-31,0-36 15,-18-17 1,0 53 0,0 17-1,0 1 17,0 34 14,0 18-30,0-17 15,0 0-15,0-1 15,0 1 0,-18-18-15</inkml:trace>
  <inkml:trace contextRef="#ctx0" brushRef="#br0" timeOffset="58599.03">25382 10848 0,'0'18'1313,"-17"-1"-1298,-19 1 1,36-1 0,-35 1 15,35 0-31,0-1 16,-17-17-1,-1 18 1,18 0-1,-18-1 1,18 1 15,0 0 32,0-1-48,18-52 64,0 17-64,-18 1 1,52-19-1,1-34 1,-35 52-16,35-35 16,17-17 15,-70 34-31,36 1 16,-19 18-16,1-1 15,17-35 16,-35 18-15,36 17 0,-36 0-1,17 1 1,-52 34 78,-18 1-63,35 0-31,-35 17 16,36-17-16,-36 35 15,0 35 16,0-18-15,35 1 0,1-36 15,-1 18-15,36-71 109,17 1-110,-35-1 1,18 0-1,35-34 1,-36 52-16,1-36 16,17 1 15,-17 17-31,-18 1 16,35-19-1,-35 19 16,0-1-15,0 53 62,-35 1-47,17-19-31,1 19 16,-36 17 0,70-53 140,1 0-140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073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949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985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305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5225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45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01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12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930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672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0930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84780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1259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8249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8693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765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E555F-F239-498F-8901-611C44C0D692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5A638AB-A8A4-43DC-A8AC-995C581E0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757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4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FBFE-A51A-6E12-CF41-9EA1A6B88C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29 November ground school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A31A0-1BD1-6AD2-3253-F5D9F7A9B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CI Jadon Tsai</a:t>
            </a:r>
          </a:p>
        </p:txBody>
      </p:sp>
    </p:spTree>
    <p:extLst>
      <p:ext uri="{BB962C8B-B14F-4D97-AF65-F5344CB8AC3E}">
        <p14:creationId xmlns:p14="http://schemas.microsoft.com/office/powerpoint/2010/main" val="2936272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4C5A-0C9C-0648-1DF1-063A2625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484" y="609600"/>
            <a:ext cx="2930518" cy="1320800"/>
          </a:xfrm>
        </p:spPr>
        <p:txBody>
          <a:bodyPr anchor="ctr">
            <a:normAutofit/>
          </a:bodyPr>
          <a:lstStyle/>
          <a:p>
            <a:r>
              <a:rPr lang="en-CA" dirty="0"/>
              <a:t>Power curves</a:t>
            </a:r>
          </a:p>
        </p:txBody>
      </p:sp>
      <p:pic>
        <p:nvPicPr>
          <p:cNvPr id="5" name="Content Placeholder 4" descr="A graph showing a curve&#10;&#10;AI-generated content may be incorrect.">
            <a:extLst>
              <a:ext uri="{FF2B5EF4-FFF2-40B4-BE49-F238E27FC236}">
                <a16:creationId xmlns:a16="http://schemas.microsoft.com/office/drawing/2014/main" id="{1464A044-9531-33F9-5F54-9DE0A073C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040" y="609600"/>
            <a:ext cx="3897748" cy="2601747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EAA4E29-C080-7BFE-27A7-4B96497EC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3484" y="2160589"/>
            <a:ext cx="2930517" cy="3880773"/>
          </a:xfrm>
        </p:spPr>
        <p:txBody>
          <a:bodyPr>
            <a:normAutofit/>
          </a:bodyPr>
          <a:lstStyle/>
          <a:p>
            <a:r>
              <a:rPr lang="en-US" dirty="0"/>
              <a:t>“region of reverse command”</a:t>
            </a:r>
          </a:p>
          <a:p>
            <a:r>
              <a:rPr lang="en-US" dirty="0"/>
              <a:t>Density altitude – affects engines (humidity – water is not oxygen)</a:t>
            </a:r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2BBE5D45-E99D-2237-D2C4-907457174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38" y="3439020"/>
            <a:ext cx="3730954" cy="26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76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67EEE4-6354-4F1C-9484-951F0EB9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0"/>
            <a:ext cx="121856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2B868-9C4C-0DCE-77C8-6549C303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768" y="609600"/>
            <a:ext cx="5498361" cy="1320800"/>
          </a:xfrm>
        </p:spPr>
        <p:txBody>
          <a:bodyPr anchor="ctr">
            <a:normAutofit/>
          </a:bodyPr>
          <a:lstStyle/>
          <a:p>
            <a:r>
              <a:rPr lang="en-CA" dirty="0"/>
              <a:t>Carb heat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0E5A83F9-E6B8-40BD-9C0D-9A6F15650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53C7-3BA3-077B-8CAA-AAD607A8C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770" y="2160589"/>
            <a:ext cx="5549732" cy="3880773"/>
          </a:xfrm>
        </p:spPr>
        <p:txBody>
          <a:bodyPr>
            <a:normAutofit/>
          </a:bodyPr>
          <a:lstStyle/>
          <a:p>
            <a:r>
              <a:rPr lang="en-CA" dirty="0"/>
              <a:t>When you reduce power</a:t>
            </a:r>
          </a:p>
          <a:p>
            <a:r>
              <a:rPr lang="en-CA" dirty="0"/>
              <a:t>Does not have to be cold outside</a:t>
            </a:r>
          </a:p>
        </p:txBody>
      </p:sp>
      <p:pic>
        <p:nvPicPr>
          <p:cNvPr id="7" name="Picture 6" descr="Diagram of icing diagram with text&#10;&#10;AI-generated content may be incorrect.">
            <a:extLst>
              <a:ext uri="{FF2B5EF4-FFF2-40B4-BE49-F238E27FC236}">
                <a16:creationId xmlns:a16="http://schemas.microsoft.com/office/drawing/2014/main" id="{EF1F5874-FCA1-81EA-93B0-86CF492DD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5" r="15332" b="-2"/>
          <a:stretch>
            <a:fillRect/>
          </a:stretch>
        </p:blipFill>
        <p:spPr>
          <a:xfrm>
            <a:off x="7531482" y="10"/>
            <a:ext cx="4657341" cy="3448414"/>
          </a:xfrm>
          <a:prstGeom prst="rect">
            <a:avLst/>
          </a:prstGeom>
        </p:spPr>
      </p:pic>
      <p:pic>
        <p:nvPicPr>
          <p:cNvPr id="5" name="Picture 4" descr="Diagram of a carburetor heater&#10;&#10;AI-generated content may be incorrect.">
            <a:extLst>
              <a:ext uri="{FF2B5EF4-FFF2-40B4-BE49-F238E27FC236}">
                <a16:creationId xmlns:a16="http://schemas.microsoft.com/office/drawing/2014/main" id="{F051832A-6D71-3259-DCB8-85589A41C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" r="-1" b="-1"/>
          <a:stretch>
            <a:fillRect/>
          </a:stretch>
        </p:blipFill>
        <p:spPr>
          <a:xfrm>
            <a:off x="7528308" y="3437472"/>
            <a:ext cx="4657341" cy="342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9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67EEE4-6354-4F1C-9484-951F0EB9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0"/>
            <a:ext cx="121856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40253-83F5-E4E6-15B0-0BC48279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768" y="609600"/>
            <a:ext cx="5498361" cy="1320800"/>
          </a:xfrm>
        </p:spPr>
        <p:txBody>
          <a:bodyPr anchor="ctr">
            <a:normAutofit/>
          </a:bodyPr>
          <a:lstStyle/>
          <a:p>
            <a:r>
              <a:rPr lang="en-CA" dirty="0"/>
              <a:t>RNAV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E5A83F9-E6B8-40BD-9C0D-9A6F15650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rgbClr val="94504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E15B081-3BAD-6B02-E3F7-AE24A57E5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770" y="2160589"/>
            <a:ext cx="5549732" cy="3880773"/>
          </a:xfrm>
        </p:spPr>
        <p:txBody>
          <a:bodyPr>
            <a:normAutofit/>
          </a:bodyPr>
          <a:lstStyle/>
          <a:p>
            <a:r>
              <a:rPr lang="en-US" dirty="0"/>
              <a:t>VORs aren’t actually used anymore, but you’re expected to know how to use them</a:t>
            </a:r>
          </a:p>
        </p:txBody>
      </p:sp>
      <p:pic>
        <p:nvPicPr>
          <p:cNvPr id="7" name="Picture 6" descr="A diagram of a plane flying over a runway&#10;&#10;AI-generated content may be incorrect.">
            <a:extLst>
              <a:ext uri="{FF2B5EF4-FFF2-40B4-BE49-F238E27FC236}">
                <a16:creationId xmlns:a16="http://schemas.microsoft.com/office/drawing/2014/main" id="{9B774A3A-DB30-CA39-2F6D-CD193CE0E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83" r="18615" b="1"/>
          <a:stretch>
            <a:fillRect/>
          </a:stretch>
        </p:blipFill>
        <p:spPr>
          <a:xfrm>
            <a:off x="7531482" y="10"/>
            <a:ext cx="4657341" cy="3448414"/>
          </a:xfrm>
          <a:prstGeom prst="rect">
            <a:avLst/>
          </a:prstGeom>
        </p:spPr>
      </p:pic>
      <p:pic>
        <p:nvPicPr>
          <p:cNvPr id="5" name="Content Placeholder 4" descr="A diagram of a wave diagram&#10;&#10;AI-generated content may be incorrect.">
            <a:extLst>
              <a:ext uri="{FF2B5EF4-FFF2-40B4-BE49-F238E27FC236}">
                <a16:creationId xmlns:a16="http://schemas.microsoft.com/office/drawing/2014/main" id="{D499A2EC-2221-193A-8D97-95F81773B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830"/>
          <a:stretch>
            <a:fillRect/>
          </a:stretch>
        </p:blipFill>
        <p:spPr>
          <a:xfrm>
            <a:off x="7528308" y="3437472"/>
            <a:ext cx="4657341" cy="3428996"/>
          </a:xfrm>
          <a:prstGeom prst="rect">
            <a:avLst/>
          </a:prstGeom>
        </p:spPr>
      </p:pic>
      <p:pic>
        <p:nvPicPr>
          <p:cNvPr id="8" name="Picture 7" descr="A close-up of a black compass&#10;&#10;AI-generated content may be incorrect.">
            <a:extLst>
              <a:ext uri="{FF2B5EF4-FFF2-40B4-BE49-F238E27FC236}">
                <a16:creationId xmlns:a16="http://schemas.microsoft.com/office/drawing/2014/main" id="{32F0A425-6DF4-4FF3-C796-3CB101884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490" y="3289935"/>
            <a:ext cx="28575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7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58EDA-730E-5E19-180A-62CBCE13C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Radio 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436EF-1E72-634C-EB09-B01472F7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Will make an announcement, but if you want a ROC-A, can arrange</a:t>
            </a:r>
          </a:p>
          <a:p>
            <a:r>
              <a:rPr lang="en-CA" dirty="0"/>
              <a:t>Study guide posted in channel</a:t>
            </a:r>
          </a:p>
        </p:txBody>
      </p:sp>
    </p:spTree>
    <p:extLst>
      <p:ext uri="{BB962C8B-B14F-4D97-AF65-F5344CB8AC3E}">
        <p14:creationId xmlns:p14="http://schemas.microsoft.com/office/powerpoint/2010/main" val="240996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AC6C-9EFB-7506-FF31-9D24066C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Human factors</a:t>
            </a:r>
          </a:p>
        </p:txBody>
      </p:sp>
      <p:pic>
        <p:nvPicPr>
          <p:cNvPr id="5" name="Content Placeholder 4" descr="A diagram of a human eye&#10;&#10;AI-generated content may be incorrect.">
            <a:extLst>
              <a:ext uri="{FF2B5EF4-FFF2-40B4-BE49-F238E27FC236}">
                <a16:creationId xmlns:a16="http://schemas.microsoft.com/office/drawing/2014/main" id="{172DC135-BEE0-32AC-B6AC-51081437E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579" y="2119948"/>
            <a:ext cx="2783360" cy="3881437"/>
          </a:xfrm>
        </p:spPr>
      </p:pic>
      <p:pic>
        <p:nvPicPr>
          <p:cNvPr id="7" name="Picture 6" descr="A black text with red and black text&#10;&#10;AI-generated content may be incorrect.">
            <a:extLst>
              <a:ext uri="{FF2B5EF4-FFF2-40B4-BE49-F238E27FC236}">
                <a16:creationId xmlns:a16="http://schemas.microsoft.com/office/drawing/2014/main" id="{63716BE7-C274-E1E9-4F4E-449D1CD05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695" y="2393951"/>
            <a:ext cx="45148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6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4BA91-A116-0D36-2349-FD6CD084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CA" dirty="0"/>
              <a:t>Cont’d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99F89D-79CA-6129-3B1B-7BFCD8EA7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287" y="2160589"/>
            <a:ext cx="2934714" cy="3880773"/>
          </a:xfrm>
        </p:spPr>
        <p:txBody>
          <a:bodyPr>
            <a:normAutofit/>
          </a:bodyPr>
          <a:lstStyle/>
          <a:p>
            <a:r>
              <a:rPr lang="en-US" dirty="0"/>
              <a:t>Hypoxia is the OPPOSITE of hyperventilation</a:t>
            </a:r>
          </a:p>
          <a:p>
            <a:r>
              <a:rPr lang="en-US" dirty="0"/>
              <a:t>Hypoxic, Anemic, Stagnant, </a:t>
            </a:r>
            <a:r>
              <a:rPr lang="en-US" dirty="0" err="1"/>
              <a:t>HIstotoxic</a:t>
            </a:r>
            <a:endParaRPr lang="en-US" dirty="0"/>
          </a:p>
        </p:txBody>
      </p:sp>
      <p:pic>
        <p:nvPicPr>
          <p:cNvPr id="5" name="Content Placeholder 4" descr="A diagram of the head and neck&#10;&#10;AI-generated content may be incorrect.">
            <a:extLst>
              <a:ext uri="{FF2B5EF4-FFF2-40B4-BE49-F238E27FC236}">
                <a16:creationId xmlns:a16="http://schemas.microsoft.com/office/drawing/2014/main" id="{91098262-E689-B226-71C8-6C9570842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6" r="8660" b="-2"/>
          <a:stretch>
            <a:fillRect/>
          </a:stretch>
        </p:blipFill>
        <p:spPr>
          <a:xfrm>
            <a:off x="677334" y="2159331"/>
            <a:ext cx="5423429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46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C3BC-A38B-6837-EACD-09A0C73D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gradients</a:t>
            </a:r>
            <a:endParaRPr lang="en-CA" dirty="0"/>
          </a:p>
        </p:txBody>
      </p:sp>
      <p:pic>
        <p:nvPicPr>
          <p:cNvPr id="5" name="Content Placeholder 4" descr="A diagram of a wind gradient&#10;&#10;AI-generated content may be incorrect.">
            <a:extLst>
              <a:ext uri="{FF2B5EF4-FFF2-40B4-BE49-F238E27FC236}">
                <a16:creationId xmlns:a16="http://schemas.microsoft.com/office/drawing/2014/main" id="{FA008B4A-7F89-A34A-2F18-2CBC60122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746098"/>
            <a:ext cx="8596312" cy="2710417"/>
          </a:xfrm>
        </p:spPr>
      </p:pic>
    </p:spTree>
    <p:extLst>
      <p:ext uri="{BB962C8B-B14F-4D97-AF65-F5344CB8AC3E}">
        <p14:creationId xmlns:p14="http://schemas.microsoft.com/office/powerpoint/2010/main" val="235055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2246-E410-0CB2-513F-9A275377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</a:t>
            </a:r>
          </a:p>
        </p:txBody>
      </p:sp>
      <p:pic>
        <p:nvPicPr>
          <p:cNvPr id="5" name="Content Placeholder 4" descr="A diagram of a lift equation&#10;&#10;AI-generated content may be incorrect.">
            <a:extLst>
              <a:ext uri="{FF2B5EF4-FFF2-40B4-BE49-F238E27FC236}">
                <a16:creationId xmlns:a16="http://schemas.microsoft.com/office/drawing/2014/main" id="{E232F35A-C1C2-D190-DDE4-C543F5A04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674" y="2542699"/>
            <a:ext cx="4514850" cy="3381375"/>
          </a:xfrm>
        </p:spPr>
      </p:pic>
      <p:pic>
        <p:nvPicPr>
          <p:cNvPr id="9" name="Picture 8" descr="A diagram of a magnet and earth&#10;&#10;AI-generated content may be incorrect.">
            <a:extLst>
              <a:ext uri="{FF2B5EF4-FFF2-40B4-BE49-F238E27FC236}">
                <a16:creationId xmlns:a16="http://schemas.microsoft.com/office/drawing/2014/main" id="{5517F89B-48B0-2389-CD7C-9C6876FBD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12" y="2606358"/>
            <a:ext cx="4695508" cy="26539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DE4913-9F93-7AD2-C0D9-7D0861BB6F94}"/>
                  </a:ext>
                </a:extLst>
              </p14:cNvPr>
              <p14:cNvContentPartPr/>
              <p14:nvPr/>
            </p14:nvContentPartPr>
            <p14:xfrm>
              <a:off x="2050920" y="895320"/>
              <a:ext cx="7404480" cy="579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DE4913-9F93-7AD2-C0D9-7D0861BB6F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1560" y="885960"/>
                <a:ext cx="7423200" cy="58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485A89-F3D0-F5AC-5C05-6FA5AE22E9D1}"/>
                  </a:ext>
                </a:extLst>
              </p14:cNvPr>
              <p14:cNvContentPartPr/>
              <p14:nvPr/>
            </p14:nvContentPartPr>
            <p14:xfrm>
              <a:off x="6470640" y="3549600"/>
              <a:ext cx="2775240" cy="94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485A89-F3D0-F5AC-5C05-6FA5AE22E9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61280" y="3540240"/>
                <a:ext cx="2793960" cy="95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61220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9056DC3ED50D4C8DD91873D2CC536A" ma:contentTypeVersion="4" ma:contentTypeDescription="Create a new document." ma:contentTypeScope="" ma:versionID="dc7dfca5d92ce0fa557a98123013b671">
  <xsd:schema xmlns:xsd="http://www.w3.org/2001/XMLSchema" xmlns:xs="http://www.w3.org/2001/XMLSchema" xmlns:p="http://schemas.microsoft.com/office/2006/metadata/properties" xmlns:ns3="f6a9faca-fb5a-4bc3-8eeb-0298533da7d0" targetNamespace="http://schemas.microsoft.com/office/2006/metadata/properties" ma:root="true" ma:fieldsID="30ee6a7c23d3bf4d9747071167f560d5" ns3:_="">
    <xsd:import namespace="f6a9faca-fb5a-4bc3-8eeb-0298533da7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9faca-fb5a-4bc3-8eeb-0298533da7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8AC6C4-127D-4384-937A-15A6C56C4C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453178-85D7-41AF-8DA4-D1EB9A9A4E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a9faca-fb5a-4bc3-8eeb-0298533da7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24EACA-BE30-45AF-8DD0-F7A3238694D0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f6a9faca-fb5a-4bc3-8eeb-0298533da7d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246</TotalTime>
  <Words>97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29 November ground school</vt:lpstr>
      <vt:lpstr>Power curves</vt:lpstr>
      <vt:lpstr>Carb heat</vt:lpstr>
      <vt:lpstr>RNAV</vt:lpstr>
      <vt:lpstr>Radio license</vt:lpstr>
      <vt:lpstr>Human factors</vt:lpstr>
      <vt:lpstr>Cont’d</vt:lpstr>
      <vt:lpstr>Wind gradients</vt:lpstr>
      <vt:lpstr>Other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Tsai CI JD</dc:creator>
  <cp:lastModifiedBy>Tsai CI JD</cp:lastModifiedBy>
  <cp:revision>3</cp:revision>
  <dcterms:created xsi:type="dcterms:W3CDTF">2025-11-29T20:10:57Z</dcterms:created>
  <dcterms:modified xsi:type="dcterms:W3CDTF">2025-11-30T00:51:51Z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0x010100899056DC3ED50D4C8DD91873D2CC536A</vt:lpwstr>
  </property>
</Properties>
</file>